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7" r:id="rId3"/>
    <p:sldId id="279" r:id="rId4"/>
    <p:sldId id="278" r:id="rId5"/>
    <p:sldId id="276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AE80-1797-EA82-DA13-4B447F41E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664DD-8706-D4C8-A8C7-17468A829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79A1B-C532-5372-7D14-C08F0E97D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1961-DFC3-B44F-0207-016F7835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6834-9033-D2A3-7B4E-28FEED77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57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8AFF-B482-043F-25F2-B4B73AA1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E3F84-395A-8155-EFC5-A4A393AA0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57AA2-249A-AADA-9FB7-01BD73EA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3E531-4F2A-A72B-58E8-4820032B8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CE6B2-8EE1-EE48-7F83-663AED30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9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1F5D-A0B9-A4D2-7696-0BCB17E92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DF03-E1F5-0AF3-878D-7CF52A33A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88EB8-06AE-F3DF-349C-791792C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EEB5D-FB6D-F302-A182-E00846B5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B94C9-5D75-1234-CF52-BA5D11B3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6F14B-8713-4367-BD25-F29C000D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B3FBF-8C66-0085-09A6-E3B5F7E24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86AAC-547C-C67E-75E0-E3ABB6827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A0242-80BE-13A9-FB0C-7B03F828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295D0-23A9-6BA7-E44F-7DDA5A957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3977F-6F50-778B-C088-5F1A0D02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1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2A03-E1DD-3D71-36BD-71130F9C2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1DC41-BF57-9A26-ACE1-9B1BE6130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5CA1F-A9EE-8020-8688-D93F6306D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B5BBA-9F7A-4E3A-06D3-486C8DEEC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757C0-1991-3AB6-10FC-2842214FA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79C7FF-94DB-8453-5574-50CB8EF8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3CECB-18C1-DD02-7549-9146D95CD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60774C-3E1D-E19B-58EB-E93DF6A7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5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227E-DBEC-23ED-E92D-427F224D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06922-22EC-0E36-03E9-1E7095A7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17F8F-55FE-CDA1-E946-76B7F583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8B3D9-4EFE-0679-6044-303701A1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2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58CAC-2F16-65AC-CBDD-DB7A6017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B7EC0-CE91-78C5-82AD-F2136F8C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83EE6-998C-9975-E544-E1842064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7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67E0-45DB-4ACE-92A2-E83E252E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1C51-5F79-1E49-ABBC-9169A0040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BFC59-DB63-F4B5-765B-8EC56CA6D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98C89-8BC7-3C86-133B-DAAE73E5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5CA60-85DF-DB8E-785E-5FF914201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CB6BD-5297-40CB-B57C-7A0443D6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96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7900-A089-B3EB-C569-CD60A7FA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9EE65-6766-90D5-D74A-F01CB7608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C8085-C942-6551-087B-A77C3AD8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6CB8A-F6E1-797B-0963-A987B79A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C1237-381D-9D4F-4EA6-274874D9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0191C-C1F1-FB74-5BC3-1F5D55E4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4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85B2-ACC2-47CF-BED5-E5FFD131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B5A52-8E46-774E-BA02-9A5B3EFFF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0312D-02DD-A4FC-15D3-F4ABCF13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0091E-D5F7-281D-6284-AD228D79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5B069-79FF-FCD9-4CCB-FD0E3876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4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5E815C-7081-6E8E-5E35-CCB5AD5C2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BC036-04FE-3ED1-9C18-6AE418E6F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BB7FF-15ED-9FA8-B4C3-4F71F88B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681E1-1186-0735-7421-D59AF656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0781F-5232-CE60-AD55-0079CDE9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5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F26C34-E1C8-72DA-C556-8B93BBE3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47FE4-8900-4AE8-C2C0-E7427705F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9EA6-1483-CB1C-E056-A335852A2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6DA99-7C5D-4D2F-BE8B-814E4601393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27E3F-E4DB-1386-248A-23C93F1B6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5F097-1680-98A5-30BE-3A42DA8B7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99BC4-F70B-4E0F-8BBC-E1FBE544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0BACF-2030-05BA-6ABE-1F6A46AF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24B31-7B70-E925-99EA-CA0AA132E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101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89A590-79A4-AE78-1D57-7F2F2EC72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59" y="0"/>
            <a:ext cx="7090082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472AAFE-0588-89BF-63C6-B828912CE6B2}"/>
              </a:ext>
            </a:extLst>
          </p:cNvPr>
          <p:cNvSpPr/>
          <p:nvPr/>
        </p:nvSpPr>
        <p:spPr>
          <a:xfrm>
            <a:off x="3434820" y="947420"/>
            <a:ext cx="5266944" cy="5166360"/>
          </a:xfrm>
          <a:custGeom>
            <a:avLst/>
            <a:gdLst>
              <a:gd name="connsiteX0" fmla="*/ 0 w 5266944"/>
              <a:gd name="connsiteY0" fmla="*/ 9144 h 5166360"/>
              <a:gd name="connsiteX1" fmla="*/ 5257800 w 5266944"/>
              <a:gd name="connsiteY1" fmla="*/ 0 h 5166360"/>
              <a:gd name="connsiteX2" fmla="*/ 5266944 w 5266944"/>
              <a:gd name="connsiteY2" fmla="*/ 649224 h 5166360"/>
              <a:gd name="connsiteX3" fmla="*/ 4690872 w 5266944"/>
              <a:gd name="connsiteY3" fmla="*/ 630936 h 5166360"/>
              <a:gd name="connsiteX4" fmla="*/ 4709160 w 5266944"/>
              <a:gd name="connsiteY4" fmla="*/ 5138928 h 5166360"/>
              <a:gd name="connsiteX5" fmla="*/ 649224 w 5266944"/>
              <a:gd name="connsiteY5" fmla="*/ 5166360 h 5166360"/>
              <a:gd name="connsiteX6" fmla="*/ 667512 w 5266944"/>
              <a:gd name="connsiteY6" fmla="*/ 621792 h 5166360"/>
              <a:gd name="connsiteX7" fmla="*/ 36576 w 5266944"/>
              <a:gd name="connsiteY7" fmla="*/ 640080 h 5166360"/>
              <a:gd name="connsiteX8" fmla="*/ 36576 w 5266944"/>
              <a:gd name="connsiteY8" fmla="*/ 45720 h 5166360"/>
              <a:gd name="connsiteX9" fmla="*/ 0 w 5266944"/>
              <a:gd name="connsiteY9" fmla="*/ 914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6944" h="5166360">
                <a:moveTo>
                  <a:pt x="0" y="9144"/>
                </a:moveTo>
                <a:lnTo>
                  <a:pt x="5257800" y="0"/>
                </a:lnTo>
                <a:lnTo>
                  <a:pt x="5266944" y="649224"/>
                </a:lnTo>
                <a:lnTo>
                  <a:pt x="4690872" y="630936"/>
                </a:lnTo>
                <a:lnTo>
                  <a:pt x="4709160" y="5138928"/>
                </a:lnTo>
                <a:lnTo>
                  <a:pt x="649224" y="5166360"/>
                </a:lnTo>
                <a:lnTo>
                  <a:pt x="667512" y="621792"/>
                </a:lnTo>
                <a:lnTo>
                  <a:pt x="36576" y="640080"/>
                </a:lnTo>
                <a:lnTo>
                  <a:pt x="36576" y="45720"/>
                </a:lnTo>
                <a:lnTo>
                  <a:pt x="0" y="9144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1AC3B1-1FDB-43FA-D512-60D8D280BD8E}"/>
              </a:ext>
            </a:extLst>
          </p:cNvPr>
          <p:cNvCxnSpPr/>
          <p:nvPr/>
        </p:nvCxnSpPr>
        <p:spPr>
          <a:xfrm>
            <a:off x="461819" y="2937164"/>
            <a:ext cx="11490036" cy="0"/>
          </a:xfrm>
          <a:prstGeom prst="line">
            <a:avLst/>
          </a:prstGeom>
          <a:ln w="1270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7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FA644-0EBE-B876-4CD7-DB511110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6D8C68-B108-D25E-F4D7-026427F8A9D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59" y="0"/>
            <a:ext cx="7090082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5192BDE-3959-19A0-7ACD-304437BC498F}"/>
              </a:ext>
            </a:extLst>
          </p:cNvPr>
          <p:cNvSpPr/>
          <p:nvPr/>
        </p:nvSpPr>
        <p:spPr>
          <a:xfrm>
            <a:off x="3462528" y="956656"/>
            <a:ext cx="5266944" cy="5166360"/>
          </a:xfrm>
          <a:custGeom>
            <a:avLst/>
            <a:gdLst>
              <a:gd name="connsiteX0" fmla="*/ 0 w 5266944"/>
              <a:gd name="connsiteY0" fmla="*/ 9144 h 5166360"/>
              <a:gd name="connsiteX1" fmla="*/ 5257800 w 5266944"/>
              <a:gd name="connsiteY1" fmla="*/ 0 h 5166360"/>
              <a:gd name="connsiteX2" fmla="*/ 5266944 w 5266944"/>
              <a:gd name="connsiteY2" fmla="*/ 649224 h 5166360"/>
              <a:gd name="connsiteX3" fmla="*/ 4690872 w 5266944"/>
              <a:gd name="connsiteY3" fmla="*/ 630936 h 5166360"/>
              <a:gd name="connsiteX4" fmla="*/ 4709160 w 5266944"/>
              <a:gd name="connsiteY4" fmla="*/ 5138928 h 5166360"/>
              <a:gd name="connsiteX5" fmla="*/ 649224 w 5266944"/>
              <a:gd name="connsiteY5" fmla="*/ 5166360 h 5166360"/>
              <a:gd name="connsiteX6" fmla="*/ 667512 w 5266944"/>
              <a:gd name="connsiteY6" fmla="*/ 621792 h 5166360"/>
              <a:gd name="connsiteX7" fmla="*/ 36576 w 5266944"/>
              <a:gd name="connsiteY7" fmla="*/ 640080 h 5166360"/>
              <a:gd name="connsiteX8" fmla="*/ 36576 w 5266944"/>
              <a:gd name="connsiteY8" fmla="*/ 45720 h 5166360"/>
              <a:gd name="connsiteX9" fmla="*/ 0 w 5266944"/>
              <a:gd name="connsiteY9" fmla="*/ 914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6944" h="5166360">
                <a:moveTo>
                  <a:pt x="0" y="9144"/>
                </a:moveTo>
                <a:lnTo>
                  <a:pt x="5257800" y="0"/>
                </a:lnTo>
                <a:lnTo>
                  <a:pt x="5266944" y="649224"/>
                </a:lnTo>
                <a:lnTo>
                  <a:pt x="4690872" y="630936"/>
                </a:lnTo>
                <a:lnTo>
                  <a:pt x="4709160" y="5138928"/>
                </a:lnTo>
                <a:lnTo>
                  <a:pt x="649224" y="5166360"/>
                </a:lnTo>
                <a:lnTo>
                  <a:pt x="667512" y="621792"/>
                </a:lnTo>
                <a:lnTo>
                  <a:pt x="36576" y="640080"/>
                </a:lnTo>
                <a:lnTo>
                  <a:pt x="36576" y="45720"/>
                </a:lnTo>
                <a:lnTo>
                  <a:pt x="0" y="9144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B39750-6219-5342-E2AA-BC7E55ADBC8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61819" y="2937164"/>
            <a:ext cx="11490036" cy="0"/>
          </a:xfrm>
          <a:prstGeom prst="line">
            <a:avLst/>
          </a:prstGeom>
          <a:ln w="1270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9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616D-977C-C255-E9B6-C89408A9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F24A07-69BC-7BFD-DFBC-DD1C8E1A0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59" y="0"/>
            <a:ext cx="7090082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B8DFB77-FE3F-3CD5-44C4-666239004277}"/>
              </a:ext>
            </a:extLst>
          </p:cNvPr>
          <p:cNvSpPr/>
          <p:nvPr/>
        </p:nvSpPr>
        <p:spPr>
          <a:xfrm>
            <a:off x="3434820" y="947420"/>
            <a:ext cx="5266944" cy="5166360"/>
          </a:xfrm>
          <a:custGeom>
            <a:avLst/>
            <a:gdLst>
              <a:gd name="connsiteX0" fmla="*/ 0 w 5266944"/>
              <a:gd name="connsiteY0" fmla="*/ 9144 h 5166360"/>
              <a:gd name="connsiteX1" fmla="*/ 5257800 w 5266944"/>
              <a:gd name="connsiteY1" fmla="*/ 0 h 5166360"/>
              <a:gd name="connsiteX2" fmla="*/ 5266944 w 5266944"/>
              <a:gd name="connsiteY2" fmla="*/ 649224 h 5166360"/>
              <a:gd name="connsiteX3" fmla="*/ 4690872 w 5266944"/>
              <a:gd name="connsiteY3" fmla="*/ 630936 h 5166360"/>
              <a:gd name="connsiteX4" fmla="*/ 4709160 w 5266944"/>
              <a:gd name="connsiteY4" fmla="*/ 5138928 h 5166360"/>
              <a:gd name="connsiteX5" fmla="*/ 649224 w 5266944"/>
              <a:gd name="connsiteY5" fmla="*/ 5166360 h 5166360"/>
              <a:gd name="connsiteX6" fmla="*/ 667512 w 5266944"/>
              <a:gd name="connsiteY6" fmla="*/ 621792 h 5166360"/>
              <a:gd name="connsiteX7" fmla="*/ 36576 w 5266944"/>
              <a:gd name="connsiteY7" fmla="*/ 640080 h 5166360"/>
              <a:gd name="connsiteX8" fmla="*/ 36576 w 5266944"/>
              <a:gd name="connsiteY8" fmla="*/ 45720 h 5166360"/>
              <a:gd name="connsiteX9" fmla="*/ 0 w 5266944"/>
              <a:gd name="connsiteY9" fmla="*/ 914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6944" h="5166360">
                <a:moveTo>
                  <a:pt x="0" y="9144"/>
                </a:moveTo>
                <a:lnTo>
                  <a:pt x="5257800" y="0"/>
                </a:lnTo>
                <a:lnTo>
                  <a:pt x="5266944" y="649224"/>
                </a:lnTo>
                <a:lnTo>
                  <a:pt x="4690872" y="630936"/>
                </a:lnTo>
                <a:lnTo>
                  <a:pt x="4709160" y="5138928"/>
                </a:lnTo>
                <a:lnTo>
                  <a:pt x="649224" y="5166360"/>
                </a:lnTo>
                <a:lnTo>
                  <a:pt x="667512" y="621792"/>
                </a:lnTo>
                <a:lnTo>
                  <a:pt x="36576" y="640080"/>
                </a:lnTo>
                <a:lnTo>
                  <a:pt x="36576" y="45720"/>
                </a:lnTo>
                <a:lnTo>
                  <a:pt x="0" y="9144"/>
                </a:lnTo>
                <a:close/>
              </a:path>
            </a:pathLst>
          </a:cu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502F9-F6EF-0BC4-2D08-B2CD34D0009C}"/>
              </a:ext>
            </a:extLst>
          </p:cNvPr>
          <p:cNvCxnSpPr/>
          <p:nvPr/>
        </p:nvCxnSpPr>
        <p:spPr>
          <a:xfrm>
            <a:off x="461819" y="2937164"/>
            <a:ext cx="11490036" cy="0"/>
          </a:xfrm>
          <a:prstGeom prst="line">
            <a:avLst/>
          </a:prstGeom>
          <a:ln w="1270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7C2124BC-0E6E-51A3-5AD4-0A3C022344FC}"/>
              </a:ext>
            </a:extLst>
          </p:cNvPr>
          <p:cNvSpPr/>
          <p:nvPr/>
        </p:nvSpPr>
        <p:spPr>
          <a:xfrm>
            <a:off x="3362036" y="508000"/>
            <a:ext cx="997528" cy="729673"/>
          </a:xfrm>
          <a:prstGeom prst="ellipse">
            <a:avLst/>
          </a:prstGeom>
          <a:solidFill>
            <a:schemeClr val="accent5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AE45EC9-B28C-B9F4-CFED-8E5D3FA8C60F}"/>
              </a:ext>
            </a:extLst>
          </p:cNvPr>
          <p:cNvSpPr/>
          <p:nvPr/>
        </p:nvSpPr>
        <p:spPr>
          <a:xfrm>
            <a:off x="3514436" y="3884585"/>
            <a:ext cx="997528" cy="729673"/>
          </a:xfrm>
          <a:prstGeom prst="ellipse">
            <a:avLst/>
          </a:prstGeom>
          <a:solidFill>
            <a:schemeClr val="accent5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FA99BAC-6B6E-5EBD-0007-B7B90E4882ED}"/>
              </a:ext>
            </a:extLst>
          </p:cNvPr>
          <p:cNvSpPr/>
          <p:nvPr/>
        </p:nvSpPr>
        <p:spPr>
          <a:xfrm>
            <a:off x="3514436" y="4605022"/>
            <a:ext cx="997528" cy="729673"/>
          </a:xfrm>
          <a:prstGeom prst="ellipse">
            <a:avLst/>
          </a:prstGeom>
          <a:solidFill>
            <a:schemeClr val="accent5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299052-2238-1FAF-4416-02432B0E6D59}"/>
              </a:ext>
            </a:extLst>
          </p:cNvPr>
          <p:cNvSpPr/>
          <p:nvPr/>
        </p:nvSpPr>
        <p:spPr>
          <a:xfrm>
            <a:off x="3417455" y="5196841"/>
            <a:ext cx="997528" cy="729673"/>
          </a:xfrm>
          <a:prstGeom prst="ellipse">
            <a:avLst/>
          </a:prstGeom>
          <a:solidFill>
            <a:schemeClr val="accent5"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5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4A1A-C1D0-40B1-FA59-667B4135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ACE0-0EE4-B0C4-98AA-7A6A8A3F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8E438-2416-A7A9-30C3-B33F6A51F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F3F57-B4D8-86BA-BF83-3DD9305FD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64" y="0"/>
            <a:ext cx="11536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46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6668-60C4-5159-FA5D-7AF3505A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BDFF-044D-CE86-D0E2-739E2AA1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1466F-199D-A814-CD1E-E2E8A2FBE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BA2FE-3C0C-CAF8-8A25-677727921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098"/>
            <a:ext cx="12192000" cy="653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7A735-6571-A510-2783-EF56B08C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21480E-7DFE-FAB2-38D7-DC2DEA275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1833"/>
            <a:ext cx="12192000" cy="317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2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E349F-315E-3C7D-D177-BAB1660C0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D4EFA3-D9B9-8D50-7095-3C8797736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116" y="0"/>
            <a:ext cx="4439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12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B0E3-4D6B-50BF-028C-4FE1821C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982379-8D39-E707-06A1-C22D9F39E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8564"/>
            <a:ext cx="12192000" cy="142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68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A6BA-BCE0-4325-1F42-FB19E0A5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D5B7C6-F638-5609-21F3-D5D741164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974" y="0"/>
            <a:ext cx="8314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0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79155-E315-811B-DAC4-2BE75603F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156"/>
            <a:ext cx="12192000" cy="222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7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CB55-38F8-D2B7-973C-33900728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33B09C-E646-98F0-E6F7-BFEC1BEF0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865" y="0"/>
            <a:ext cx="73522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8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6F88B-D697-F584-2674-BB9A4C3D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75378-DD02-170F-453C-C4FA2E142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04" y="251969"/>
            <a:ext cx="8173591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1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5D7-2338-CD74-DB90-D1A30C14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E183BF-9EC0-BFC2-19F3-068D1CF20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2528"/>
            <a:ext cx="12192000" cy="421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73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2002-B53A-2E3A-B9DC-88CC8278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238B26-356B-853E-1C45-F6E0B6C4F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05" y="0"/>
            <a:ext cx="10116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01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385A-7993-106A-F1EA-63636A93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5E5282-6AEC-8292-4E32-71E9DDFC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201" y="0"/>
            <a:ext cx="5153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95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695F-A766-AC83-3B4D-EAD539A6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C986E8-098B-96A0-0F64-6A8CAFB1A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655" y="0"/>
            <a:ext cx="5426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77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163E-CD52-A1C4-2A9D-0543C7C06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E2547F-2C4C-1F7F-BDD2-4B2FB02DD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126" y="1199839"/>
            <a:ext cx="6963747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0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SCK CEN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Bonthuys Gerkotze</dc:creator>
  <cp:lastModifiedBy>Bonthuys Gerkotze</cp:lastModifiedBy>
  <cp:revision>3</cp:revision>
  <dcterms:created xsi:type="dcterms:W3CDTF">2026-06-03T19:42:29Z</dcterms:created>
  <dcterms:modified xsi:type="dcterms:W3CDTF">2026-06-04T08:29:37Z</dcterms:modified>
</cp:coreProperties>
</file>